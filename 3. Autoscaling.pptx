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8" autoAdjust="0"/>
    <p:restoredTop sz="93969" autoAdjust="0"/>
  </p:normalViewPr>
  <p:slideViewPr>
    <p:cSldViewPr snapToGrid="0">
      <p:cViewPr varScale="1">
        <p:scale>
          <a:sx n="83" d="100"/>
          <a:sy n="83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8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7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1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01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33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68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45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32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3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136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59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532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29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2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22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89B32-2BA0-4427-B9B0-B3A6996FAD41}" type="datetimeFigureOut">
              <a:rPr lang="en-IN" smtClean="0"/>
              <a:t>20-08-2022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65D96ED-89B4-4E83-A50D-F1E0ED69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8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744" y="217107"/>
            <a:ext cx="11576304" cy="505269"/>
          </a:xfrm>
        </p:spPr>
        <p:txBody>
          <a:bodyPr>
            <a:normAutofit fontScale="90000"/>
          </a:bodyPr>
          <a:lstStyle/>
          <a:p>
            <a:r>
              <a:rPr lang="en-IN" sz="3200" b="1" u="sng" dirty="0">
                <a:solidFill>
                  <a:srgbClr val="C00000"/>
                </a:solidFill>
              </a:rPr>
              <a:t>Autoscaling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744" y="1161288"/>
            <a:ext cx="11954256" cy="5340096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IN" b="1" dirty="0"/>
              <a:t>Process of creating group of EC2 instances that can scale up or down compute resources depending on instruction set by user.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Parameters like minimum and maximum number of instances are set by the user.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GB" b="1" dirty="0"/>
              <a:t>It is particularly effective for those applications that fluctuate on hourly, daily, or weekly usage.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Enable elasticity by scaling horizontally through adding or terminating EC2 instances.</a:t>
            </a:r>
          </a:p>
          <a:p>
            <a:pPr marL="285750" indent="-285750">
              <a:buFontTx/>
              <a:buChar char="-"/>
            </a:pPr>
            <a:r>
              <a:rPr lang="en-IN" b="1" dirty="0"/>
              <a:t>Auto Scaling is </a:t>
            </a:r>
            <a:r>
              <a:rPr lang="en-GB" b="1" dirty="0"/>
              <a:t>available at no extra cost. But have to pay for the resources it scales and services it uses.</a:t>
            </a:r>
          </a:p>
          <a:p>
            <a:pPr marL="285750" indent="-285750">
              <a:buFontTx/>
              <a:buChar char="-"/>
            </a:pPr>
            <a:r>
              <a:rPr lang="en-IN" b="1" dirty="0"/>
              <a:t>Help to save cost by scaling down EC2 instances when no longer required.</a:t>
            </a:r>
          </a:p>
          <a:p>
            <a:endParaRPr lang="en-IN" b="1" dirty="0"/>
          </a:p>
          <a:p>
            <a:r>
              <a:rPr lang="en-IN" b="1" dirty="0"/>
              <a:t>			 Components :-</a:t>
            </a:r>
          </a:p>
          <a:p>
            <a:r>
              <a:rPr lang="en-IN" b="1" dirty="0"/>
              <a:t>				1. Launch Configuration – Instance Type, AMI, Keypair, Security Group</a:t>
            </a:r>
          </a:p>
          <a:p>
            <a:r>
              <a:rPr lang="en-IN" b="1" dirty="0"/>
              <a:t>				2. Autoscaling Group – Group Name, Group Size, VPC, Subnet, Health Check Period(300s)</a:t>
            </a:r>
          </a:p>
          <a:p>
            <a:r>
              <a:rPr lang="en-IN" b="1" dirty="0"/>
              <a:t>				3. Scaling Policy – Target Value (base on which EC2 increase)</a:t>
            </a:r>
          </a:p>
        </p:txBody>
      </p:sp>
    </p:spTree>
    <p:extLst>
      <p:ext uri="{BB962C8B-B14F-4D97-AF65-F5344CB8AC3E}">
        <p14:creationId xmlns:p14="http://schemas.microsoft.com/office/powerpoint/2010/main" val="73645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66910"/>
            <a:ext cx="10773092" cy="592042"/>
          </a:xfrm>
        </p:spPr>
        <p:txBody>
          <a:bodyPr>
            <a:normAutofit/>
          </a:bodyPr>
          <a:lstStyle/>
          <a:p>
            <a:pPr algn="ctr"/>
            <a:r>
              <a:rPr lang="en-IN" sz="2400" b="1" u="sng" dirty="0">
                <a:solidFill>
                  <a:srgbClr val="FF0000"/>
                </a:solidFill>
              </a:rPr>
              <a:t>Autoscaling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1" y="758952"/>
            <a:ext cx="10773091" cy="60258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	We have three option here : </a:t>
            </a:r>
          </a:p>
          <a:p>
            <a:pPr marL="0" indent="0">
              <a:buNone/>
            </a:pPr>
            <a:r>
              <a:rPr lang="en-IN" b="1" dirty="0"/>
              <a:t>1. Target Tracking : Always remain near to specific set value.</a:t>
            </a:r>
          </a:p>
          <a:p>
            <a:pPr marL="0" indent="0">
              <a:buNone/>
            </a:pPr>
            <a:r>
              <a:rPr lang="en-IN" b="1" dirty="0"/>
              <a:t>		Ex.      CPU utilization of EC2 must be 70% or nearby but not more than 70%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1800" b="1" dirty="0"/>
              <a:t>2. Simple Scaling Policy : Create number of instances set by user.</a:t>
            </a:r>
          </a:p>
          <a:p>
            <a:pPr marL="457200" lvl="1" indent="0">
              <a:buNone/>
            </a:pPr>
            <a:r>
              <a:rPr lang="en-IN" b="1" dirty="0"/>
              <a:t>      Ex. If CPU utilization reach 75 %, create instances as defined.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3. Step Scaling Policy : Need to add step for different conditions.</a:t>
            </a:r>
          </a:p>
          <a:p>
            <a:pPr marL="0" indent="0">
              <a:buNone/>
            </a:pPr>
            <a:r>
              <a:rPr lang="en-IN" b="1" dirty="0"/>
              <a:t>	Ex. If CPU utilization is 50% - 60% = increase one EC2</a:t>
            </a:r>
          </a:p>
          <a:p>
            <a:pPr marL="0" indent="0">
              <a:buNone/>
            </a:pPr>
            <a:r>
              <a:rPr lang="en-IN" b="1" dirty="0"/>
              <a:t>						  60% - 70% = increase two instance &amp; likewise decrease also.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Cool Down Period –  Ignore any alarm for that period after increasing instances.</a:t>
            </a:r>
          </a:p>
          <a:p>
            <a:pPr marL="0" indent="0">
              <a:buNone/>
            </a:pPr>
            <a:r>
              <a:rPr lang="en-IN" b="1" dirty="0"/>
              <a:t>Warm Up Period – Wait for starting EC2 instances &amp; distributing loads on it.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8164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65" y="395510"/>
            <a:ext cx="11301983" cy="674338"/>
          </a:xfrm>
        </p:spPr>
        <p:txBody>
          <a:bodyPr>
            <a:normAutofit/>
          </a:bodyPr>
          <a:lstStyle/>
          <a:p>
            <a:r>
              <a:rPr lang="en-IN" sz="16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665" y="198783"/>
            <a:ext cx="11301983" cy="5973417"/>
          </a:xfrm>
        </p:spPr>
        <p:txBody>
          <a:bodyPr>
            <a:normAutofit fontScale="92500" lnSpcReduction="20000"/>
          </a:bodyPr>
          <a:lstStyle/>
          <a:p>
            <a:pPr marL="457200" lvl="1" indent="0" algn="ctr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		 &gt; If Autoscaling finds that the number of EC2 instances launched by ASG into AZs is not 				   balanced, then autoscaling feature start rebalancing automatically. And try instances 				  distribution across AZ.</a:t>
            </a:r>
          </a:p>
          <a:p>
            <a:pPr marL="0" indent="0">
              <a:buNone/>
            </a:pPr>
            <a:r>
              <a:rPr lang="en-IN" b="1" dirty="0"/>
              <a:t>		&gt; While rebalancing, ASG launches EC2 instance into AZ having less EC2 at present and then 			   terminate instance from AZ having more.</a:t>
            </a:r>
          </a:p>
          <a:p>
            <a:pPr marL="457200" lvl="1" indent="0" algn="ctr">
              <a:buNone/>
            </a:pPr>
            <a:endParaRPr lang="en-IN" b="1" dirty="0"/>
          </a:p>
          <a:p>
            <a:pPr marL="457200" lvl="1" indent="0" algn="ctr">
              <a:buNone/>
            </a:pPr>
            <a:r>
              <a:rPr lang="en-IN" b="1" dirty="0"/>
              <a:t> </a:t>
            </a:r>
            <a:r>
              <a:rPr lang="en-IN" sz="1800" b="1" u="sng" dirty="0">
                <a:solidFill>
                  <a:srgbClr val="C00000"/>
                </a:solidFill>
              </a:rPr>
              <a:t>Attaching, Detaching or Deleting EC2/ASG</a:t>
            </a:r>
          </a:p>
          <a:p>
            <a:pPr lvl="1">
              <a:buFontTx/>
              <a:buChar char="-"/>
            </a:pPr>
            <a:r>
              <a:rPr lang="en-IN" b="1" dirty="0"/>
              <a:t>You can manually remove EC2 instance from ASG using AWS console.</a:t>
            </a:r>
          </a:p>
          <a:p>
            <a:pPr lvl="1">
              <a:buFontTx/>
              <a:buChar char="-"/>
            </a:pPr>
            <a:r>
              <a:rPr lang="en-IN" b="1" dirty="0"/>
              <a:t>You can manage detached instances independently or attach to another ASG.</a:t>
            </a:r>
          </a:p>
          <a:p>
            <a:pPr lvl="1">
              <a:buFontTx/>
              <a:buChar char="-"/>
            </a:pPr>
            <a:r>
              <a:rPr lang="en-IN" b="1" dirty="0"/>
              <a:t>Set ASG desired capacity when you detach instance, otherwise ASG will launch new instances.</a:t>
            </a:r>
          </a:p>
          <a:p>
            <a:pPr lvl="1">
              <a:buFontTx/>
              <a:buChar char="-"/>
            </a:pPr>
            <a:r>
              <a:rPr lang="en-IN" b="1" dirty="0"/>
              <a:t>When you delete an ASG, it’s all parameter (minimum, maximum, desired limit etc.) will be set to zero and terminate all EC2 instances.</a:t>
            </a:r>
          </a:p>
          <a:p>
            <a:pPr lvl="1">
              <a:buFontTx/>
              <a:buChar char="-"/>
            </a:pPr>
            <a:r>
              <a:rPr lang="en-IN" b="1" dirty="0"/>
              <a:t>If you want to keep the EC2 instances and manage independently, detach them first &amp; then delete ASG. </a:t>
            </a:r>
          </a:p>
          <a:p>
            <a:pPr lvl="1">
              <a:buFontTx/>
              <a:buChar char="-"/>
            </a:pPr>
            <a:endParaRPr lang="en-IN" b="1" dirty="0"/>
          </a:p>
          <a:p>
            <a:pPr marL="0" indent="0" algn="ctr">
              <a:buNone/>
            </a:pPr>
            <a:r>
              <a:rPr lang="en-IN" b="1" u="sng" dirty="0">
                <a:solidFill>
                  <a:srgbClr val="C00000"/>
                </a:solidFill>
              </a:rPr>
              <a:t>EC2 Health Check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Autoscaling determine whether an EC2 instances is healthy or unhealthy.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By default EC2 status check is used to determine health status of instance.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By default health check grace period is 300 sec. (Never set to zero)</a:t>
            </a:r>
          </a:p>
          <a:p>
            <a:pPr marL="457200" lvl="1" indent="0">
              <a:buNone/>
            </a:pPr>
            <a:endParaRPr lang="en-IN" b="1" dirty="0"/>
          </a:p>
          <a:p>
            <a:pPr lvl="1">
              <a:buFont typeface="Wingdings" panose="05000000000000000000" pitchFamily="2" charset="2"/>
              <a:buChar char="Ø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2510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Lab : Autoscaling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Launch EC2 &amp; Create Image</a:t>
            </a:r>
          </a:p>
          <a:p>
            <a:r>
              <a:rPr lang="en-IN" sz="2000" b="1" dirty="0"/>
              <a:t>Create Launch Configuration</a:t>
            </a:r>
          </a:p>
          <a:p>
            <a:r>
              <a:rPr lang="en-IN" sz="2000" b="1" dirty="0"/>
              <a:t>Create Autoscaling Group</a:t>
            </a:r>
          </a:p>
          <a:p>
            <a:r>
              <a:rPr lang="en-IN" sz="2000" b="1" dirty="0"/>
              <a:t>Now EC2 instances will be automatic launched.</a:t>
            </a:r>
          </a:p>
          <a:p>
            <a:r>
              <a:rPr lang="en-IN" sz="2000" b="1" dirty="0"/>
              <a:t>Increase load or terminate EC2 manually to add EC2.</a:t>
            </a:r>
          </a:p>
          <a:p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yes &gt; /dev/null &amp; - to increase load on Linux Machine</a:t>
            </a:r>
          </a:p>
          <a:p>
            <a:pPr marL="0" indent="0">
              <a:buNone/>
            </a:pPr>
            <a:r>
              <a:rPr lang="en-IN" sz="2000" b="1" dirty="0"/>
              <a:t>top  - To view load</a:t>
            </a:r>
          </a:p>
        </p:txBody>
      </p:sp>
    </p:spTree>
    <p:extLst>
      <p:ext uri="{BB962C8B-B14F-4D97-AF65-F5344CB8AC3E}">
        <p14:creationId xmlns:p14="http://schemas.microsoft.com/office/powerpoint/2010/main" val="32950201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1404</TotalTime>
  <Words>592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Wingdings</vt:lpstr>
      <vt:lpstr>Wingdings 3</vt:lpstr>
      <vt:lpstr>Wisp</vt:lpstr>
      <vt:lpstr>Autoscaling</vt:lpstr>
      <vt:lpstr>Autoscaling Policy</vt:lpstr>
      <vt:lpstr>  </vt:lpstr>
      <vt:lpstr>Lab : Autoscaling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Autoscaling</dc:title>
  <dc:creator>Pawan Kumar</dc:creator>
  <cp:lastModifiedBy>TB</cp:lastModifiedBy>
  <cp:revision>47</cp:revision>
  <dcterms:created xsi:type="dcterms:W3CDTF">2019-09-27T06:01:22Z</dcterms:created>
  <dcterms:modified xsi:type="dcterms:W3CDTF">2022-08-20T07:59:00Z</dcterms:modified>
</cp:coreProperties>
</file>