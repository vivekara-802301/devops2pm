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a/M4Z8Dmha9OBJE8qd5Txs2Pw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customschemas.google.com/relationships/presentationmetadata" Target="metadata"/><Relationship Id="rId27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2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27" name="Google Shape;27;p20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2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0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20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1" name="Google Shape;31;p20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2" name="Google Shape;32;p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0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0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FEFEFE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24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8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3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30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30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1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3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32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3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3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3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3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9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9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9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19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9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9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19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9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19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9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379563" y="0"/>
            <a:ext cx="9144000" cy="5165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</a:pPr>
            <a:r>
              <a:rPr b="1" lang="en-IN" sz="2000" u="sng">
                <a:latin typeface="Trebuchet MS"/>
                <a:ea typeface="Trebuchet MS"/>
                <a:cs typeface="Trebuchet MS"/>
                <a:sym typeface="Trebuchet MS"/>
              </a:rPr>
              <a:t>VPC (Virtual Private Cloud)</a:t>
            </a:r>
            <a:endParaRPr/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379563" y="663246"/>
            <a:ext cx="11507638" cy="58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It is a virtual network that closely resembles a traditional networking that you operate in your own datacentre with the benefits of using the scalable infrastructure of AWS.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/>
              <a:t>						</a:t>
            </a:r>
            <a:r>
              <a:rPr lang="en-IN" sz="1800"/>
              <a:t>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It is a virtual network or datacentre inside AWS for one client.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It is logically isolated from other virtual n/w in the AWS cloud.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Max. 5 VPC can be created in one region &amp; 200 subnets in one VPC.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We can allocate max. 5 elastic IP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Once we created VPC ……..DHCP,NACL &amp; security group is created automatically.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A VPC is confined to an AWS region &amp; does not extend between regions.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We can’t change VPC CIDR size once it is created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If you need a different CIDR size, need to create another VPC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Different subnets within VPC can’t overlap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lang="en-IN" sz="1800" u="sng"/>
              <a:t>VPC Types:-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1.Default VPC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Created in each AWS region when an AWS account is created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Has default CIDR,Security group,NACL.Route table setting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Has an internet gateway by default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2.Custom VPC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Created by admin and has default CIDR,Security group,NACL,Route table setting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Does not have internet gateway by default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726057" y="166719"/>
            <a:ext cx="10515600" cy="389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 Black"/>
              <a:buNone/>
            </a:pPr>
            <a:r>
              <a:rPr b="1" lang="en-IN" sz="2400" u="sng">
                <a:latin typeface="Arial Black"/>
                <a:ea typeface="Arial Black"/>
                <a:cs typeface="Arial Black"/>
                <a:sym typeface="Arial Black"/>
              </a:rPr>
              <a:t>VPC Architecture</a:t>
            </a:r>
            <a:endParaRPr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/>
              <a:t>   </a:t>
            </a:r>
            <a:endParaRPr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436" y="556591"/>
            <a:ext cx="10115222" cy="613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838199" y="63201"/>
            <a:ext cx="10515600" cy="2102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en-IN" sz="1800" u="sng"/>
              <a:t>VPC Component</a:t>
            </a:r>
            <a:br>
              <a:rPr b="1" lang="en-IN" sz="1800"/>
            </a:br>
            <a:r>
              <a:rPr b="1" lang="en-IN" sz="1800"/>
              <a:t>&gt; VPC</a:t>
            </a:r>
            <a:br>
              <a:rPr b="1" lang="en-IN" sz="1800"/>
            </a:br>
            <a:r>
              <a:rPr b="1" lang="en-IN" sz="1800"/>
              <a:t>&gt; Subnet</a:t>
            </a:r>
            <a:br>
              <a:rPr b="1" lang="en-IN" sz="1800"/>
            </a:br>
            <a:r>
              <a:rPr b="1" lang="en-IN" sz="1800"/>
              <a:t>&gt; Route Table</a:t>
            </a:r>
            <a:br>
              <a:rPr b="1" lang="en-IN" sz="1800"/>
            </a:br>
            <a:r>
              <a:rPr b="1" lang="en-IN" sz="1800"/>
              <a:t>&gt; Internet Gateway</a:t>
            </a:r>
            <a:br>
              <a:rPr b="1" lang="en-IN" sz="1800"/>
            </a:br>
            <a:r>
              <a:rPr b="1" lang="en-IN" sz="1800"/>
              <a:t>&gt; Security Group</a:t>
            </a:r>
            <a:br>
              <a:rPr b="1" lang="en-IN" sz="1800"/>
            </a:br>
            <a:r>
              <a:rPr b="1" lang="en-IN" sz="1800"/>
              <a:t>&gt; Network ACL</a:t>
            </a:r>
            <a:br>
              <a:rPr b="1" lang="en-IN" sz="1800"/>
            </a:br>
            <a:r>
              <a:rPr b="1" lang="en-IN" sz="1800"/>
              <a:t>&gt; VPC Peering</a:t>
            </a:r>
            <a:br>
              <a:rPr b="1" lang="en-IN" sz="1800"/>
            </a:br>
            <a:br>
              <a:rPr b="1" lang="en-IN" sz="1800"/>
            </a:br>
            <a:endParaRPr b="1" sz="1800"/>
          </a:p>
        </p:txBody>
      </p:sp>
      <p:sp>
        <p:nvSpPr>
          <p:cNvPr id="157" name="Google Shape;157;p3"/>
          <p:cNvSpPr txBox="1"/>
          <p:nvPr>
            <p:ph idx="1" type="body"/>
          </p:nvPr>
        </p:nvSpPr>
        <p:spPr>
          <a:xfrm>
            <a:off x="687956" y="2078966"/>
            <a:ext cx="10816087" cy="472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lang="en-IN" sz="1800" u="sng"/>
              <a:t>SUBNET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lang="en-IN" sz="1800" u="sng"/>
              <a:t>Public Subnet </a:t>
            </a:r>
            <a:r>
              <a:rPr lang="en-IN" sz="1800"/>
              <a:t>:- &gt; If a subnet traffic is routed to an internet gateway ,that subnet is known as public subnet.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                         &gt;If you want your instances in a public subnet to communicate with the internet over IPv4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	                    must have a public </a:t>
            </a:r>
            <a:r>
              <a:rPr lang="en-IN"/>
              <a:t>IP</a:t>
            </a:r>
            <a:r>
              <a:rPr lang="en-IN" sz="1800"/>
              <a:t> address or an elastic </a:t>
            </a:r>
            <a:r>
              <a:rPr lang="en-IN"/>
              <a:t>IP</a:t>
            </a:r>
            <a:r>
              <a:rPr lang="en-IN" sz="1800"/>
              <a:t>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lang="en-IN" sz="1800" u="sng"/>
              <a:t>Private Subnet </a:t>
            </a:r>
            <a:r>
              <a:rPr lang="en-IN" sz="1800"/>
              <a:t>:-&gt;If a subnet traffic does not have route to an internet gateway,that subnet is known as private subnet.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	                  &gt;When you create a VPC you must specify IPv4 CIDR.The allowed block size is between /16 to /28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	                  &gt;The first four and last </a:t>
            </a:r>
            <a:r>
              <a:rPr lang="en-IN"/>
              <a:t>IP</a:t>
            </a:r>
            <a:r>
              <a:rPr lang="en-IN" sz="1800"/>
              <a:t> address of subnet can not be assigned.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lang="en-IN" sz="1800" u="sng"/>
              <a:t>Ex. 10.0.0.0/24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10.0.0.0 - N/W add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10.0.0.1 - Reserved by AWS for VPC Router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10.0.0.2 - Reserved by AWS for DNS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10.0.0.3 - Reserved for future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10.0.0.255 - B/C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(only 251 IP available)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i="1" lang="en-IN" sz="1800">
                <a:solidFill>
                  <a:srgbClr val="FF0000"/>
                </a:solidFill>
              </a:rPr>
              <a:t>NOTE :- </a:t>
            </a:r>
            <a:r>
              <a:rPr b="1" i="1" lang="en-IN" sz="1800"/>
              <a:t>AWS do not support broadcast in a VPC but reserve the address</a:t>
            </a:r>
            <a:r>
              <a:rPr lang="en-IN" sz="1800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838200" y="244356"/>
            <a:ext cx="10515600" cy="281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 Black"/>
              <a:buNone/>
            </a:pPr>
            <a:r>
              <a:rPr b="1" lang="en-IN" sz="2000" u="sng">
                <a:latin typeface="Arial Black"/>
                <a:ea typeface="Arial Black"/>
                <a:cs typeface="Arial Black"/>
                <a:sym typeface="Arial Black"/>
              </a:rPr>
              <a:t>Route Table</a:t>
            </a:r>
            <a:endParaRPr/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304800" y="810884"/>
            <a:ext cx="11627556" cy="5960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It connect two different AZ &amp; also connect VPC to internet gateway.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You can have upto 200 route table per VPC.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You can have upto 50 route entries per route 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Each subnet must be associated with only one route 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If you don’t specify a subnet to route table association, that subnet will be associated with the default VPC route 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You can also edit the main route table if needed but cannot be deleted.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If you declare a custom route table as main route table then former main route table can be deleted.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&gt;You can associate multiple subnets with same route 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IN" sz="2000" u="sng">
                <a:solidFill>
                  <a:schemeClr val="accent2"/>
                </a:solidFill>
                <a:latin typeface="Arial Black"/>
                <a:ea typeface="Arial Black"/>
                <a:cs typeface="Arial Black"/>
                <a:sym typeface="Arial Black"/>
              </a:rPr>
              <a:t>Internet Gateway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It is a virtual router that connect VPC to the internet.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Default VPC is already attached with internet g/w.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If you create a new VPC then you must attach internet g/w in order to access the internet.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Ensure that subnet’s route table points to the internet gateway.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It perform NAT between private &amp; public IP address.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/>
              <a:t>&gt; It support both IPv4 &amp; IPv6.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000" u="s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769188" y="419698"/>
            <a:ext cx="10515600" cy="635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 Black"/>
              <a:buNone/>
            </a:pPr>
            <a:r>
              <a:rPr b="1" lang="en-IN" sz="2000" u="sng">
                <a:latin typeface="Arial Black"/>
                <a:ea typeface="Arial Black"/>
                <a:cs typeface="Arial Black"/>
                <a:sym typeface="Arial Black"/>
              </a:rPr>
              <a:t>NAT Gateways</a:t>
            </a:r>
            <a:br>
              <a:rPr b="1" lang="en-IN" sz="2000">
                <a:latin typeface="Arial Black"/>
                <a:ea typeface="Arial Black"/>
                <a:cs typeface="Arial Black"/>
                <a:sym typeface="Arial Black"/>
              </a:rPr>
            </a:br>
            <a:endParaRPr b="1" sz="2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9" name="Google Shape;169;p5"/>
          <p:cNvSpPr txBox="1"/>
          <p:nvPr>
            <p:ph idx="1" type="body"/>
          </p:nvPr>
        </p:nvSpPr>
        <p:spPr>
          <a:xfrm>
            <a:off x="769188" y="1055238"/>
            <a:ext cx="10515600" cy="549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It enable instances in private subnet to connect to the internet or other AWS instances but prevent the internet from initiating a connection with those instances.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You are charged for creating and using NAT g/w as well as for data processing hourly.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To create a NAT g/w you must specify the public subnet in which it should reside.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You must also specify an elastic IP address to associate with NAT g/w when you create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No need to assign public IP address to your private instances.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After creating NAT g/w, you must update the route table associated with one or more of your private subnets to point internet bound traffic to the NAT g/w i.e. it enable instances in private subnet to access internet.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Deleting the NAT g/w, it disassociate its elastic ip address but does not release the address from your account.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IN" sz="1900" u="sng">
                <a:solidFill>
                  <a:schemeClr val="accent2"/>
                </a:solidFill>
                <a:latin typeface="Arial Black"/>
                <a:ea typeface="Arial Black"/>
                <a:cs typeface="Arial Black"/>
                <a:sym typeface="Arial Black"/>
              </a:rPr>
              <a:t>Security 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sz="1900" u="sng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It is a firewall that work at ENI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Upto 5 security group per EC2 instances interface can be applied.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Can only have permit rule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sz="1900"/>
              <a:t>&gt; It is stateful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en-I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838200" y="365126"/>
            <a:ext cx="10515600" cy="644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 Black"/>
              <a:buNone/>
            </a:pPr>
            <a:r>
              <a:rPr b="1" lang="en-IN" sz="2000" u="sng">
                <a:latin typeface="Arial Black"/>
                <a:ea typeface="Arial Black"/>
                <a:cs typeface="Arial Black"/>
                <a:sym typeface="Arial Black"/>
              </a:rPr>
              <a:t>NAT ACL</a:t>
            </a:r>
            <a:endParaRPr/>
          </a:p>
        </p:txBody>
      </p:sp>
      <p:sp>
        <p:nvSpPr>
          <p:cNvPr id="175" name="Google Shape;175;p6"/>
          <p:cNvSpPr txBox="1"/>
          <p:nvPr>
            <p:ph idx="1" type="body"/>
          </p:nvPr>
        </p:nvSpPr>
        <p:spPr>
          <a:xfrm>
            <a:off x="838200" y="1092378"/>
            <a:ext cx="10515600" cy="5687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It is a function performed on implied router.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It is an optional layer of security for VPC that act as firewall for controlling traffic to or from subnet.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Your VPC automatically comes with a default NACL &amp; it allow all inbound/outbound traffic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You can create custom NACL and associate with a subnet.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By default custom NACL deny all inbound/outbound traffic until you add rules. 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Each subnet must be associated with a NACL otherwise associated with default NACL.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You can associate a NACL with multiple subnet but a subnet can be associated with only one NACL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When you associate a NACL with a subnet the previous association is removed.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NACL consist numbered list of rules that is evaluated in order starting with the lowest numbered rules.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   (highest no. for rule is 32766)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It function at subnet level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NACL is stateless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IN" sz="1800"/>
              <a:t>Permit and deny rules are available in NACL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	       </a:t>
            </a:r>
            <a:r>
              <a:rPr b="1" lang="en-IN" sz="1800" u="sng"/>
              <a:t>Security Group</a:t>
            </a:r>
            <a:r>
              <a:rPr lang="en-IN" sz="1800"/>
              <a:t>					</a:t>
            </a:r>
            <a:r>
              <a:rPr b="1" lang="en-IN" sz="1800"/>
              <a:t>              </a:t>
            </a:r>
            <a:r>
              <a:rPr b="1" lang="en-IN" sz="1800" u="sng"/>
              <a:t>NACL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       &gt;Operate at instance level				&gt;Operate at subnet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       &gt;Supports allow rule only				&gt;Support both permit and deny rule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       &gt;It is stateful					              &gt;It is stateless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IN" sz="1800"/>
              <a:t>        &gt;Apply to instances only				&gt;Apply to all instances in the subnet			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type="title"/>
          </p:nvPr>
        </p:nvSpPr>
        <p:spPr>
          <a:xfrm>
            <a:off x="838199" y="192157"/>
            <a:ext cx="10515600" cy="2861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 Black"/>
              <a:buNone/>
            </a:pPr>
            <a:r>
              <a:rPr b="1" lang="en-IN" sz="2800" u="sng">
                <a:latin typeface="Arial Black"/>
                <a:ea typeface="Arial Black"/>
                <a:cs typeface="Arial Black"/>
                <a:sym typeface="Arial Black"/>
              </a:rPr>
              <a:t>VPC Peering</a:t>
            </a:r>
            <a:br>
              <a:rPr b="1" lang="en-IN" sz="1800" u="sng">
                <a:latin typeface="Arial Black"/>
                <a:ea typeface="Arial Black"/>
                <a:cs typeface="Arial Black"/>
                <a:sym typeface="Arial Black"/>
              </a:rPr>
            </a:br>
            <a:endParaRPr b="1" sz="1800" u="sng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1" name="Google Shape;181;p7"/>
          <p:cNvSpPr txBox="1"/>
          <p:nvPr>
            <p:ph idx="1" type="body"/>
          </p:nvPr>
        </p:nvSpPr>
        <p:spPr>
          <a:xfrm>
            <a:off x="172277" y="3909391"/>
            <a:ext cx="11767931" cy="2756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 sz="1800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It is a networking connection between two VPC that enable to route traffic between them using private </a:t>
            </a:r>
            <a:r>
              <a:rPr lang="en-IN"/>
              <a:t>IP</a:t>
            </a:r>
            <a:r>
              <a:rPr lang="en-IN" sz="1800"/>
              <a:t> address.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IN" sz="1800"/>
              <a:t>You can create VPC peering connection between your own VPC or with a VPC in another AWS account or VPC in different region.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0" i="0" lang="en-I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There are some limitations on VPC peering connections. As a default, you can add 50 VPC peering connections to a single VPC. This number is adjustable however and you can scale this up to 125 connections per VPC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3430" y="836886"/>
            <a:ext cx="7325139" cy="36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838200" y="365125"/>
            <a:ext cx="10515600" cy="463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Black"/>
              <a:buNone/>
            </a:pPr>
            <a:r>
              <a:rPr lang="en-IN" sz="2400" u="sng"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endParaRPr/>
          </a:p>
        </p:txBody>
      </p:sp>
      <p:sp>
        <p:nvSpPr>
          <p:cNvPr id="188" name="Google Shape;188;p8"/>
          <p:cNvSpPr txBox="1"/>
          <p:nvPr>
            <p:ph idx="1" type="body"/>
          </p:nvPr>
        </p:nvSpPr>
        <p:spPr>
          <a:xfrm>
            <a:off x="838200" y="159027"/>
            <a:ext cx="10515600" cy="62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</a:t>
            </a:r>
            <a:r>
              <a:rPr b="1" lang="en-IN" sz="2400">
                <a:solidFill>
                  <a:srgbClr val="FFFF00"/>
                </a:solidFill>
              </a:rPr>
              <a:t>Primary step to configure a VPC :-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1. Create VPC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2. Create Subnet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3. Create Internet Gateway ant Attach to VPC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4. Create Route Table &amp; Associate Subnet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sz="2800" u="sng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rPr b="1" lang="en-IN" sz="2800" u="sng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VPC Lab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1. VPC with a single Public Subnet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2. VPC with Public and Private Subnets(using NAT gateway)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3. VPC Peering between two different VPC within same region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4. VPC Peering between two VPC in different region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5. AWS NACL inside VPC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 sz="1800"/>
              <a:t>		6. VPN connection in AWS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IN"/>
              <a:t>		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 </a:t>
            </a:r>
            <a:endParaRPr/>
          </a:p>
        </p:txBody>
      </p:sp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145774" y="225287"/>
            <a:ext cx="11714922" cy="629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IN" sz="2400">
                <a:solidFill>
                  <a:srgbClr val="FFFF00"/>
                </a:solidFill>
              </a:rPr>
              <a:t>1. VPC with a single Public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b="1" lang="en-IN" sz="2400">
                <a:solidFill>
                  <a:srgbClr val="FFFF00"/>
                </a:solidFill>
              </a:rPr>
              <a:t>    Subnet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2400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VPC-01 with CIDR - 10.0.0.0/16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Subnet-01 (10.0.0.0/24)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Internet Gateway-IGW-01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Attach IGW-01 to VPC-01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Route Table – Route-01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Select Route-01, Edit Route &amp; Add route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    0.0.0.0/0, attach with IGW-01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Select Route-01, Subnet Association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    select 10.0.0.0/24 &amp; Save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="1" sz="16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Now, launch EC2 in VPC-01 &amp; ping 8.8.8.8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2400">
              <a:solidFill>
                <a:srgbClr val="FFFF00"/>
              </a:solidFill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578" y="68400"/>
            <a:ext cx="6362700" cy="566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1360" y="5693706"/>
            <a:ext cx="6343650" cy="1056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 </a:t>
            </a:r>
            <a:endParaRPr/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265043" y="198783"/>
            <a:ext cx="11728173" cy="6453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IN" sz="2400">
                <a:solidFill>
                  <a:srgbClr val="FFFF00"/>
                </a:solidFill>
              </a:rPr>
              <a:t>2. VPC with Public and Private Subnets (using NAT gateway)</a:t>
            </a:r>
            <a:endParaRPr/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</a:pPr>
            <a:r>
              <a:t/>
            </a:r>
            <a:endParaRPr b="1" sz="1600">
              <a:solidFill>
                <a:srgbClr val="FFFF00"/>
              </a:solidFill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</a:pPr>
            <a:r>
              <a:t/>
            </a:r>
            <a:endParaRPr b="1" sz="1600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VPC-NAT with CIDR - 10.0.0.0/16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two Subnet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	Public Subnet - 10.0.0.0/24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	Private Subnet - 10.0.1.0/24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Internet Gateway-IGW-NAT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Attach IGW-NAT to VPC-NAT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Go to Route Table &amp; Create Two RT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1. Public Route &amp; Add route 0.0.0.0/0 with IGW-NAT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    and associate public subnet 10.0.0.0/24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2. Private Route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    only associate private subnet 10.0.1.0/24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="1" sz="1600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Now launch one EC2 in both subnet</a:t>
            </a:r>
            <a:endParaRPr/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9406" y="742120"/>
            <a:ext cx="6546573" cy="6003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</a:t>
            </a:r>
            <a:endParaRPr/>
          </a:p>
        </p:txBody>
      </p:sp>
      <p:sp>
        <p:nvSpPr>
          <p:cNvPr id="209" name="Google Shape;209;p11"/>
          <p:cNvSpPr txBox="1"/>
          <p:nvPr>
            <p:ph idx="1" type="body"/>
          </p:nvPr>
        </p:nvSpPr>
        <p:spPr>
          <a:xfrm>
            <a:off x="677334" y="198783"/>
            <a:ext cx="10759292" cy="6453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Go to VPC &amp; create NAT gateway (NAT-01), select public subnet &amp; allocate elastic IP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Go to route table, select private subnet, edit route and add Route 0.0.0.0/0 with NAT Gateway-NAT-01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None/>
            </a:pPr>
            <a:r>
              <a:t/>
            </a:r>
            <a:endParaRPr b="1" sz="1800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Now access public EC2 and open Remote Desktop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Enter private ip address of private E</a:t>
            </a:r>
            <a:r>
              <a:rPr b="1" lang="en-IN">
                <a:solidFill>
                  <a:srgbClr val="FFFF00"/>
                </a:solidFill>
              </a:rPr>
              <a:t>C2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 sz="1800">
                <a:solidFill>
                  <a:srgbClr val="FFFF00"/>
                </a:solidFill>
              </a:rPr>
              <a:t>		- Username – Administrator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>
                <a:solidFill>
                  <a:srgbClr val="FFFF00"/>
                </a:solidFill>
              </a:rPr>
              <a:t>		- Password – Decrypt from Private EC2, copy &amp; paste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Now try to ping 8.8.8.8 from private EC2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>
                <a:solidFill>
                  <a:srgbClr val="EB7564"/>
                </a:solidFill>
              </a:rPr>
              <a:t>-----------------------------------------------------------------------------------------------------------------------------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 sz="1800">
                <a:solidFill>
                  <a:srgbClr val="FFFF00"/>
                </a:solidFill>
              </a:rPr>
              <a:t>For Linux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Access Public EC2 &amp; give admin rights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Run command #vi abc.pem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Open your key in notepad, copy &amp; paste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Press Esc button, then :wq &amp; enter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Run -- chmod 700 pk.pem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ssh -i pk.pem ec2-user@10.0.1.66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None/>
            </a:pPr>
            <a:r>
              <a:t/>
            </a:r>
            <a:endParaRPr b="1"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 </a:t>
            </a:r>
            <a:endParaRPr/>
          </a:p>
        </p:txBody>
      </p:sp>
      <p:sp>
        <p:nvSpPr>
          <p:cNvPr id="215" name="Google Shape;215;p12"/>
          <p:cNvSpPr txBox="1"/>
          <p:nvPr>
            <p:ph idx="1" type="body"/>
          </p:nvPr>
        </p:nvSpPr>
        <p:spPr>
          <a:xfrm>
            <a:off x="145775" y="225287"/>
            <a:ext cx="11940208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IN" sz="2400">
                <a:solidFill>
                  <a:srgbClr val="FFFF00"/>
                </a:solidFill>
              </a:rPr>
              <a:t>3. VPC Peering between two different VPC within same region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VPC-01 with CIDR - 10.0.0.0/16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Subnet-01 (10.0.0.0/24)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Internet Gateway-IGW-01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Attach IGW-01 to VPC-01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Route Table – Route-01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Select Route-01, Edit Route &amp; Add route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   0.0.0.0/0, attach with IGW-01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Select Route-01, Subnet Association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  Select 10.0.0.0/24 &amp; Save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- Now repeat above step for VPC-02 with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  CIDR 172.16.0.0/16 &amp; Subnet-172.16.0.0/24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b="1" lang="en-IN" sz="1600">
                <a:solidFill>
                  <a:srgbClr val="FFFF00"/>
                </a:solidFill>
              </a:rPr>
              <a:t>- Launch EC2 in both VPC &amp; communicate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Create Peering connection (VPC-01-02), Requester-VPC-01, Acceptor-VPC-02 (Region &amp; Account will be same)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Select VPC-01-02, Got action &amp; accept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Char char="-"/>
            </a:pPr>
            <a:r>
              <a:rPr b="1" lang="en-IN" sz="1600">
                <a:solidFill>
                  <a:srgbClr val="FFFF00"/>
                </a:solidFill>
              </a:rPr>
              <a:t>Now go to Route table, Select Route-01, Go to route &amp; add 172.16.0.0/16 </a:t>
            </a:r>
            <a:endParaRPr b="1" sz="1600">
              <a:solidFill>
                <a:srgbClr val="FFFF00"/>
              </a:solidFill>
            </a:endParaRPr>
          </a:p>
        </p:txBody>
      </p:sp>
      <p:pic>
        <p:nvPicPr>
          <p:cNvPr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755373"/>
            <a:ext cx="6559825" cy="435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4149" y="3667746"/>
            <a:ext cx="11334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45732" y="3677270"/>
            <a:ext cx="13144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</a:t>
            </a:r>
            <a:endParaRPr/>
          </a:p>
        </p:txBody>
      </p:sp>
      <p:sp>
        <p:nvSpPr>
          <p:cNvPr id="224" name="Google Shape;224;p13"/>
          <p:cNvSpPr txBox="1"/>
          <p:nvPr>
            <p:ph idx="1" type="body"/>
          </p:nvPr>
        </p:nvSpPr>
        <p:spPr>
          <a:xfrm>
            <a:off x="318053" y="198783"/>
            <a:ext cx="11635408" cy="649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IN" sz="2400">
                <a:solidFill>
                  <a:srgbClr val="FFFF00"/>
                </a:solidFill>
              </a:rPr>
              <a:t>4. VPC Peering between two VPC in different region</a:t>
            </a:r>
            <a:endParaRPr/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091" y="795130"/>
            <a:ext cx="10837331" cy="575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514" y="1477410"/>
            <a:ext cx="11620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4621" y="1477410"/>
            <a:ext cx="1438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51030" y="4927601"/>
            <a:ext cx="11144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6520" y="4818063"/>
            <a:ext cx="1314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08242" y="6245087"/>
            <a:ext cx="657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97995" y="6235562"/>
            <a:ext cx="942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3039" y="3753747"/>
            <a:ext cx="13335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64532" y="3738424"/>
            <a:ext cx="15049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</a:t>
            </a:r>
            <a:endParaRPr/>
          </a:p>
        </p:txBody>
      </p:sp>
      <p:sp>
        <p:nvSpPr>
          <p:cNvPr id="239" name="Google Shape;239;p14"/>
          <p:cNvSpPr txBox="1"/>
          <p:nvPr>
            <p:ph idx="1" type="body"/>
          </p:nvPr>
        </p:nvSpPr>
        <p:spPr>
          <a:xfrm>
            <a:off x="185530" y="357809"/>
            <a:ext cx="11834192" cy="5989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VPC-Mumbai with CIDR - 10.0.0.0/16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Subnet-Mumbai (10.0.0.0/24)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Internet Gateway-IGW-Mumbai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Attach IGW-Mumbai to VPC-Mumbai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Route Table – Route-Mumbai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Select Route-Mumbai, Edit Route &amp; Add route 0.0.0.0/0, attach with IGW-Mumbai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Select Route-Mumbai, Subnet Association and Select 10.0.0.0/24 &amp; Save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sz="1800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Now repeat above step for VPC-Singapore with CIDR 172.16.0.0/16 &amp; Subnet-172.16.0.0/24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sz="1800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Launch EC2 in both VPC &amp; communicate 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None/>
            </a:pPr>
            <a:r>
              <a:t/>
            </a:r>
            <a:endParaRPr b="1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Peering connection (Mumbai-Singapore), Requester-VPC-Singapore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Select Another Region, Specify Mumbai Region &amp; Enter VPC-Mumbai</a:t>
            </a:r>
            <a:r>
              <a:rPr b="1" lang="en-IN">
                <a:solidFill>
                  <a:srgbClr val="FFFF00"/>
                </a:solidFill>
              </a:rPr>
              <a:t> ID</a:t>
            </a:r>
            <a:r>
              <a:rPr b="1" lang="en-IN" sz="1800">
                <a:solidFill>
                  <a:srgbClr val="FFFF00"/>
                </a:solidFill>
              </a:rPr>
              <a:t>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Go to Mumbai region, peering connection, accept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Now go to Mumbai-Route table, Go to route &amp; add 172.16.0.0/16 with peering connection &amp; vice-versa</a:t>
            </a:r>
            <a:endParaRPr b="1"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>
            <p:ph type="title"/>
          </p:nvPr>
        </p:nvSpPr>
        <p:spPr>
          <a:xfrm>
            <a:off x="838200" y="0"/>
            <a:ext cx="10515600" cy="3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rebuchet MS"/>
              <a:buNone/>
            </a:pPr>
            <a:r>
              <a:rPr b="1" lang="en-IN" sz="2400">
                <a:solidFill>
                  <a:srgbClr val="FFFF00"/>
                </a:solidFill>
              </a:rPr>
              <a:t>5. AWS NACL inside VPC</a:t>
            </a:r>
            <a:endParaRPr/>
          </a:p>
        </p:txBody>
      </p:sp>
      <p:sp>
        <p:nvSpPr>
          <p:cNvPr id="245" name="Google Shape;245;p1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IN"/>
              <a:t>     </a:t>
            </a:r>
            <a:endParaRPr/>
          </a:p>
        </p:txBody>
      </p:sp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297" y="490330"/>
            <a:ext cx="8998226" cy="6215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 </a:t>
            </a:r>
            <a:endParaRPr/>
          </a:p>
        </p:txBody>
      </p:sp>
      <p:sp>
        <p:nvSpPr>
          <p:cNvPr id="252" name="Google Shape;252;p16"/>
          <p:cNvSpPr txBox="1"/>
          <p:nvPr>
            <p:ph idx="1" type="body"/>
          </p:nvPr>
        </p:nvSpPr>
        <p:spPr>
          <a:xfrm>
            <a:off x="677333" y="198783"/>
            <a:ext cx="10560510" cy="644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VPC-01 with CIDR - 10.0.0.0/16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Public-Subnet (10.0.0.0/24)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Internet Gateway-IGW-01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Attach IGW-01 to VPC-01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Route Table – Public-Route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Select Public-Route, Edit Route &amp; Add route 0.0.0.0/0, attach with IGW-01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Select Public-Route, Subnet Association and Select 10.0.0.0/24 &amp; Save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None/>
            </a:pPr>
            <a:r>
              <a:t/>
            </a:r>
            <a:endParaRPr b="1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Network ACL </a:t>
            </a:r>
            <a:r>
              <a:rPr b="1" lang="en-IN">
                <a:solidFill>
                  <a:srgbClr val="FFFF00"/>
                </a:solidFill>
              </a:rPr>
              <a:t>(</a:t>
            </a:r>
            <a:r>
              <a:rPr b="1" lang="en-IN" sz="1800">
                <a:solidFill>
                  <a:srgbClr val="FFFF00"/>
                </a:solidFill>
              </a:rPr>
              <a:t>Custom-NACL) &gt;Select &amp; associate Public-Subnet with this NACL.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Select Custom-NACL, Allow RDP in Inbound rule, Allow HTTP &amp; HTTPS in Outbound rule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Now launch an EC2 in VPC-01 (Allow All Traffic in Security Group) &amp; try to take RDP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None/>
            </a:pPr>
            <a:r>
              <a:t/>
            </a:r>
            <a:endParaRPr b="1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Add New Rule in Outbound Rule inside Custom-NACL, Allow 1024-65535 Ports Now take RDP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Now try to </a:t>
            </a:r>
            <a:r>
              <a:rPr b="1" lang="en-IN" sz="1800">
                <a:solidFill>
                  <a:srgbClr val="FFFF00"/>
                </a:solidFill>
              </a:rPr>
              <a:t>access internet via browser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Add New Rule in Outbound Rule inside Custom-NACL, Allow 1024-65535 Ports &amp; Access Internet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 </a:t>
            </a:r>
            <a:endParaRPr/>
          </a:p>
        </p:txBody>
      </p:sp>
      <p:sp>
        <p:nvSpPr>
          <p:cNvPr id="258" name="Google Shape;258;p17"/>
          <p:cNvSpPr txBox="1"/>
          <p:nvPr>
            <p:ph idx="1" type="body"/>
          </p:nvPr>
        </p:nvSpPr>
        <p:spPr>
          <a:xfrm>
            <a:off x="265043" y="198784"/>
            <a:ext cx="11661913" cy="655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IN" sz="2400">
                <a:solidFill>
                  <a:srgbClr val="FFFF00"/>
                </a:solidFill>
              </a:rPr>
              <a:t>6. VPN connection in AWS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259" name="Google Shape;2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914" y="689112"/>
            <a:ext cx="10296938" cy="597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3892" y="2949437"/>
            <a:ext cx="13906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3892" y="5302526"/>
            <a:ext cx="13049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1706" y="4254569"/>
            <a:ext cx="15906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IN"/>
              <a:t>   </a:t>
            </a:r>
            <a:endParaRPr/>
          </a:p>
        </p:txBody>
      </p:sp>
      <p:sp>
        <p:nvSpPr>
          <p:cNvPr id="268" name="Google Shape;268;p18"/>
          <p:cNvSpPr txBox="1"/>
          <p:nvPr>
            <p:ph idx="1" type="body"/>
          </p:nvPr>
        </p:nvSpPr>
        <p:spPr>
          <a:xfrm>
            <a:off x="291548" y="318052"/>
            <a:ext cx="11675165" cy="63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VPC-VPN with CIDR - 10.0.0.0/16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two Subnet :-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 sz="1800">
                <a:solidFill>
                  <a:srgbClr val="FFFF00"/>
                </a:solidFill>
              </a:rPr>
              <a:t>		- Public Subnet - 10.0.0.0/24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 sz="1800">
                <a:solidFill>
                  <a:srgbClr val="FFFF00"/>
                </a:solidFill>
              </a:rPr>
              <a:t>		- Private Subnet - 10.0.1.0/24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Create Internet Gateway-IGW-VPN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Attach IGW-VPN to VPC-VPN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Go to Route Table &amp; Create Two RT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 sz="1800">
                <a:solidFill>
                  <a:srgbClr val="FFFF00"/>
                </a:solidFill>
              </a:rPr>
              <a:t> 	 1. Public Route &amp; Add route 0.0.0.0/0 with IGW-NAT And associate public subnet 10.0.0.0/24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IN" sz="1800">
                <a:solidFill>
                  <a:srgbClr val="FFFF00"/>
                </a:solidFill>
              </a:rPr>
              <a:t>  	 2. Private Route - Only associate private subnet 10.0.1.0/24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>
              <a:solidFill>
                <a:srgbClr val="FFFF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Now Launch OpenVPN Access Server in Public subnet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Launch EC2 in private subnet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Access OpenVPN through putty ----- login as : openvpnas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 sz="1800">
                <a:solidFill>
                  <a:srgbClr val="FFFF00"/>
                </a:solidFill>
              </a:rPr>
              <a:t>Copy Client UI &amp; through browser ---- Username : openvpn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Font typeface="Trebuchet MS"/>
              <a:buChar char="-"/>
            </a:pPr>
            <a:r>
              <a:rPr b="1" lang="en-IN">
                <a:solidFill>
                  <a:srgbClr val="FFFF00"/>
                </a:solidFill>
              </a:rPr>
              <a:t>For password go to OpenVPN Machine &amp; Type #sudo passwd openvpn ----- create password</a:t>
            </a:r>
            <a:endParaRPr b="1"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2019-08-20T10:18:35Z</dcterms:created>
  <dc:creator>Pawan Kumar</dc:creator>
</cp:coreProperties>
</file>